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– Business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Improve customer experience &amp; repeat business</a:t>
            </a:r>
          </a:p>
          <a:p>
            <a:r>
              <a:t>Approach: RFM-based K-Means clustering</a:t>
            </a:r>
          </a:p>
          <a:p>
            <a:r>
              <a:t>Outcome: 4 actionable customer segments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value is uneven</a:t>
            </a:r>
          </a:p>
          <a:p>
            <a:r>
              <a:t>• Loyal customers drive most revenue</a:t>
            </a:r>
          </a:p>
          <a:p>
            <a:r>
              <a:t>• Segmentation enables targeted marketing</a:t>
            </a:r>
          </a:p>
          <a:p>
            <a:r>
              <a:t>• Reduces churn and improves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Cleaned transactional data</a:t>
            </a:r>
          </a:p>
          <a:p>
            <a:r>
              <a:t>• Created RFM features</a:t>
            </a:r>
          </a:p>
          <a:p>
            <a:r>
              <a:t>• Standardized data</a:t>
            </a:r>
          </a:p>
          <a:p>
            <a:r>
              <a:t>• Applied K-Means (K=4 using Elbow Method)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1: Loyal / VIP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Very recent purchases</a:t>
            </a:r>
          </a:p>
          <a:p>
            <a:r>
              <a:t>• High frequency</a:t>
            </a:r>
          </a:p>
          <a:p>
            <a:r>
              <a:t>• Highest spenders</a:t>
            </a:r>
          </a:p>
          <a:p/>
          <a:p>
            <a:r>
              <a:t>Action: Loyalty rewards, exclusive offers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2: New / Potential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Recently joined</a:t>
            </a:r>
          </a:p>
          <a:p>
            <a:r>
              <a:t>• Low frequency</a:t>
            </a:r>
          </a:p>
          <a:p>
            <a:r>
              <a:t>• Low spend</a:t>
            </a:r>
          </a:p>
          <a:p/>
          <a:p>
            <a:r>
              <a:t>Action: Welcome offers,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3: Regular / Mid-Value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Moderate recency</a:t>
            </a:r>
          </a:p>
          <a:p>
            <a:r>
              <a:t>• Moderate frequency</a:t>
            </a:r>
          </a:p>
          <a:p>
            <a:r>
              <a:t>• Moderate spend</a:t>
            </a:r>
          </a:p>
          <a:p/>
          <a:p>
            <a:r>
              <a:t>Action: Personalized discounts, loyalty nudges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4: At-Risk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Long time since last purchase</a:t>
            </a:r>
          </a:p>
          <a:p>
            <a:r>
              <a:t>• Low frequency</a:t>
            </a:r>
          </a:p>
          <a:p>
            <a:r>
              <a:t>• Low spend</a:t>
            </a:r>
          </a:p>
          <a:p/>
          <a:p>
            <a:r>
              <a:t>Action: Win-back campaigns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Scatter plots show clear cluster separation</a:t>
            </a:r>
          </a:p>
          <a:p>
            <a:r>
              <a:t>• Box plots highlight high-value VIP customers</a:t>
            </a:r>
          </a:p>
          <a:p>
            <a:r>
              <a:t>• Bar charts show frequency differences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retention on VIP customers</a:t>
            </a:r>
          </a:p>
          <a:p>
            <a:r>
              <a:t>• Convert new users into repeat buyers</a:t>
            </a:r>
          </a:p>
          <a:p>
            <a:r>
              <a:t>• Upsell regular customers</a:t>
            </a:r>
          </a:p>
          <a:p>
            <a:r>
              <a:t>• Reduce spend on inactive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 enables smarter decisions</a:t>
            </a:r>
          </a:p>
          <a:p>
            <a:r>
              <a:t>Improves customer experience</a:t>
            </a:r>
          </a:p>
          <a:p>
            <a:r>
              <a:t>Increases repeat purchases &amp;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