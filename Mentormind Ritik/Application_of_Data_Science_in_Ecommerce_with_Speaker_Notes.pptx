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presentation, I will explain how data science is applied in e-commerce, including customer segmentation, tools, methods, and real-world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E-commerce platforms generate large volumes of data. Data science helps convert this data into insights to improve customer experience, increase revenue, and optimize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science is used for recommendations, segmentation, demand forecasting, dynamic pricing, fraud detection, and churn prediction across the e-commerce value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segmentation helps businesses group similar customers, enabling personalized marketing, better engagement, and improved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is an unsupervised machine learning algorithm used to cluster customers based on behavior such as spending and purchase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tools include Excel, SQL, Python, Power BI, Tableau, and Google Analytics for analysis, visualization,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Amazon uses machine learning-based recommendation systems. Around 35% of its sales come from product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Flipkart uses predictive analytics and sentiment analysis to optimize delivery, reduce returns, and improve customer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scientists answer questions related to churn prediction, product recommendations, pricing optimization, and campaign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science enables e-commerce companies to make data-driven decisions, enhance customer experience, and gain a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Data Science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Ritik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of Data Science in E-commerce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Data Science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segmentation is important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 technique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Analytics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Flipkart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&amp; Delivery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questions answered by data science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