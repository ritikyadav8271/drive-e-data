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Data Science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Ritik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transforms raw e-commerce data into actionable insights.</a:t>
            </a:r>
          </a:p>
          <a:p>
            <a:r>
              <a:t>Improves customer experience, revenue, and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Data Science in E-commerce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Personalized recommendations</a:t>
            </a:r>
          </a:p>
          <a:p>
            <a:r>
              <a:t>Customer segmentation</a:t>
            </a:r>
          </a:p>
          <a:p>
            <a:r>
              <a:t>Demand forecasting</a:t>
            </a:r>
          </a:p>
          <a:p>
            <a:r>
              <a:t>Dynamic pricing</a:t>
            </a:r>
          </a:p>
          <a:p>
            <a:r>
              <a:t>Fraud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Groups customers by behavior, demographics, and value</a:t>
            </a:r>
          </a:p>
          <a:p>
            <a:r>
              <a:t>Enables targeted marketing and personalization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Unsupervised ML algorithm</a:t>
            </a:r>
          </a:p>
          <a:p>
            <a:r>
              <a:t>Used for customer segmentation and targeted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Excel, SQL, Python</a:t>
            </a:r>
          </a:p>
          <a:p>
            <a:r>
              <a:t>Power BI / Tableau</a:t>
            </a:r>
          </a:p>
          <a:p>
            <a:r>
              <a:t>Google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 engine drives ~35% of sales</a:t>
            </a:r>
          </a:p>
          <a:p>
            <a:r>
              <a:t>Improves personalization and conversions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Flipkart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 analytics for delivery</a:t>
            </a:r>
          </a:p>
          <a:p>
            <a:r>
              <a:t>Sentiment analysis for reviews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will churn?</a:t>
            </a:r>
          </a:p>
          <a:p>
            <a:r>
              <a:t>What to recommend?</a:t>
            </a:r>
          </a:p>
          <a:p>
            <a:r>
              <a:t>Which campaign performs best?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Science is core to e-commerce success</a:t>
            </a:r>
          </a:p>
          <a:p>
            <a:r>
              <a:t>Enables data-driven decision 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